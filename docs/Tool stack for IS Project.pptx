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6076-6C88-67A3-A88B-CB6AC6BDB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C0EC7-0258-445D-6739-610D0E9DF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BF72-04D8-2D21-2402-E68D680B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D7C6-3EBF-8905-406C-7109EAD7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A508A-AB38-3D52-CFC5-BDCE70C2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2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3EFC-8ABB-5EFF-5B7B-68E9306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776BA-30C1-C178-1DE6-EC8575A72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BC7A-DBA2-B6B5-D8EF-1FF72022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2B671-65F1-E0A5-933A-0E187611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4A9D8-A433-95BA-F90A-3573C9CF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472B-5F12-77BA-EC80-B40E7401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9562-7569-7707-E2F0-5284462A8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1787D-241A-A775-EDC1-2DBD91EE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BF322-08C4-726F-F09B-2A3D7E8A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76DB-C0DF-8502-2933-D0781FEA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4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7B16-4DF7-C75C-4C6D-73E21647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6795D-64BA-90EC-F559-96E0E78AB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C0E5-D53D-7A32-6AD9-3312E0AB9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2E334-FDCC-9E9F-5312-4D6BD0C2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54A34-EF41-67EE-37E2-B55BB3B0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8F0E2-E1D6-02DD-51A3-92FA3660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7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8B11-BC46-26C0-34A0-D04E3C35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08F5B-9863-65EB-FC48-87CB7FB2C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C7018-F149-A05E-AD53-37FB3D3E7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64571-4690-0AB2-B7BB-FCA90FD37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9B1BB-78CC-37DD-515B-B7CAEB5AD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A8FB4-8DA7-53B8-3EBB-A74DF826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B2C37-E6EB-5328-4770-3DC84C33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55B3B-31F3-5FFE-DEF1-EFE48333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6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BEE9-16A8-CF75-62C2-540AAE3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FA09D-4C4E-A5E7-9471-0965B608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775F3-8532-050B-CAC1-92777BEF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F2DE5-FA23-C590-9046-BB775C3B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B2C56-40DA-6DCC-DFA9-D49BF96A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CA5F0-151E-3DCC-2C8B-F8D88956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EC44F-CA8B-7A29-B2FF-D7E4A986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4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CF0F-1B60-1C3B-A87C-5DBC8040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F4D1-17AF-D0ED-6392-2F820B2E3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F4583-7DF9-23F6-AF83-7563C941E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87541-558E-4E23-D7DB-6D9BB762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89E2C-20A2-98EC-4FF7-94EFA075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DB920-21B8-E1B4-58DE-72262140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D420-FE3F-11EC-AE61-5373EEA9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9DBF61-64C8-F468-5BA8-94ED3EA2E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D6347-E88D-ADB1-3698-96B163659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A40D6-A917-BCF6-58FF-CD1474AE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923E2-20F1-EBF7-2AA3-815353A85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B826F-28EF-701F-3472-7F92CA9D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BF3E-CC07-F400-0514-1521898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36514-CEAB-8337-B8FE-DCD49A2F9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179D6-5733-1DB3-948D-7D7B7468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AF172-E009-7DCC-07E8-27D9265A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AD57E-0D56-9630-D0A4-B294D8D1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6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8BBFDD-F245-CE7B-1F1D-13AA51E73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87037-051C-4E6E-EFD4-D7DC98369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CE606-51C0-CB01-E24C-706B5FCA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D4284-55FE-9B0A-3897-4B928E16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15AE-E2CB-8D5E-CAB4-3286800D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EE6FF-C3BC-7004-99B6-3CFD0CDC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344AD-D4C3-5974-7F27-492089A81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D0274-0D7C-D619-7576-997A75FA3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0D33C-C45F-40DD-8E5A-F81C908F6B9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4C4BA-01AA-9C85-BE3D-F60C47CB0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71C9-5291-5676-B2AE-D7D02CEB7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C4E28-0784-4899-98B8-B2DC031E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3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Google Colab - Wikipedia">
            <a:extLst>
              <a:ext uri="{FF2B5EF4-FFF2-40B4-BE49-F238E27FC236}">
                <a16:creationId xmlns:a16="http://schemas.microsoft.com/office/drawing/2014/main" id="{333E2522-33A9-28C5-A539-876F49CB2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70" y="3409078"/>
            <a:ext cx="1367216" cy="78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16F7B61-0078-570D-D469-E9B31D7B7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615" y="4775660"/>
            <a:ext cx="1152526" cy="11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ython Logo, symbol, meaning, history ...">
            <a:extLst>
              <a:ext uri="{FF2B5EF4-FFF2-40B4-BE49-F238E27FC236}">
                <a16:creationId xmlns:a16="http://schemas.microsoft.com/office/drawing/2014/main" id="{0050E205-B65B-F471-E9CD-7CCF9F456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69" y="1692286"/>
            <a:ext cx="1848218" cy="103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iagrams Editor - Mermaid Live Editor">
            <a:extLst>
              <a:ext uri="{FF2B5EF4-FFF2-40B4-BE49-F238E27FC236}">
                <a16:creationId xmlns:a16="http://schemas.microsoft.com/office/drawing/2014/main" id="{B4C3FF41-ED67-1093-43BC-0F9244B0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410" y="4775661"/>
            <a:ext cx="11525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GitHub - ml-lab/datasets-1: 🤗 The ...">
            <a:extLst>
              <a:ext uri="{FF2B5EF4-FFF2-40B4-BE49-F238E27FC236}">
                <a16:creationId xmlns:a16="http://schemas.microsoft.com/office/drawing/2014/main" id="{42DF844A-1DFD-309F-CF1C-DF915F5D2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327" y="2005161"/>
            <a:ext cx="2668670" cy="664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Introduction to numpy and matplotlib ...">
            <a:extLst>
              <a:ext uri="{FF2B5EF4-FFF2-40B4-BE49-F238E27FC236}">
                <a16:creationId xmlns:a16="http://schemas.microsoft.com/office/drawing/2014/main" id="{10A1B69C-8532-A367-1E93-13454EB17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25" y="1806711"/>
            <a:ext cx="2668670" cy="53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iting and logo — seaborn 0.13.2 ...">
            <a:extLst>
              <a:ext uri="{FF2B5EF4-FFF2-40B4-BE49-F238E27FC236}">
                <a16:creationId xmlns:a16="http://schemas.microsoft.com/office/drawing/2014/main" id="{0FFB89FE-CD88-0762-8E03-127D95A6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25" y="2736836"/>
            <a:ext cx="2658582" cy="75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45982-A62E-6F5F-E8AC-2699C9F9A5C6}"/>
              </a:ext>
            </a:extLst>
          </p:cNvPr>
          <p:cNvSpPr txBox="1"/>
          <p:nvPr/>
        </p:nvSpPr>
        <p:spPr>
          <a:xfrm>
            <a:off x="760665" y="579984"/>
            <a:ext cx="2262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Development</a:t>
            </a:r>
            <a:r>
              <a:rPr lang="en-US" sz="2400" dirty="0"/>
              <a:t> </a:t>
            </a:r>
            <a:r>
              <a:rPr lang="en-US" sz="2400" b="1" dirty="0"/>
              <a:t>Environments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9B4CF-0132-123D-A972-4430DB1AD54F}"/>
              </a:ext>
            </a:extLst>
          </p:cNvPr>
          <p:cNvSpPr txBox="1"/>
          <p:nvPr/>
        </p:nvSpPr>
        <p:spPr>
          <a:xfrm>
            <a:off x="4274272" y="491957"/>
            <a:ext cx="2375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Acquisition &amp; Preprocessing</a:t>
            </a:r>
          </a:p>
        </p:txBody>
      </p:sp>
      <p:pic>
        <p:nvPicPr>
          <p:cNvPr id="10" name="Picture 22" descr="Pandas icon - Free Download PNG &amp; SVG | Streamline">
            <a:extLst>
              <a:ext uri="{FF2B5EF4-FFF2-40B4-BE49-F238E27FC236}">
                <a16:creationId xmlns:a16="http://schemas.microsoft.com/office/drawing/2014/main" id="{3614674E-80E0-B3E3-B73A-175A9832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688" y="3029430"/>
            <a:ext cx="2487098" cy="133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6">
            <a:extLst>
              <a:ext uri="{FF2B5EF4-FFF2-40B4-BE49-F238E27FC236}">
                <a16:creationId xmlns:a16="http://schemas.microsoft.com/office/drawing/2014/main" id="{9B7181FA-66B0-1D31-1362-354607CFF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327" y="4727003"/>
            <a:ext cx="2487098" cy="111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6A3203-3CAA-F3E3-5859-F77B7CAFA5B9}"/>
              </a:ext>
            </a:extLst>
          </p:cNvPr>
          <p:cNvSpPr txBox="1"/>
          <p:nvPr/>
        </p:nvSpPr>
        <p:spPr>
          <a:xfrm>
            <a:off x="8991981" y="724878"/>
            <a:ext cx="2261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Visualization &amp;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CBE35-9018-C52E-D566-3D6CBB1DA046}"/>
              </a:ext>
            </a:extLst>
          </p:cNvPr>
          <p:cNvSpPr txBox="1"/>
          <p:nvPr/>
        </p:nvSpPr>
        <p:spPr>
          <a:xfrm>
            <a:off x="8436030" y="3960827"/>
            <a:ext cx="3255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Flowchart Editor Tool</a:t>
            </a:r>
          </a:p>
        </p:txBody>
      </p:sp>
    </p:spTree>
    <p:extLst>
      <p:ext uri="{BB962C8B-B14F-4D97-AF65-F5344CB8AC3E}">
        <p14:creationId xmlns:p14="http://schemas.microsoft.com/office/powerpoint/2010/main" val="1068008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Picture 40" descr="Textos com Sentence Transformers ...">
            <a:extLst>
              <a:ext uri="{FF2B5EF4-FFF2-40B4-BE49-F238E27FC236}">
                <a16:creationId xmlns:a16="http://schemas.microsoft.com/office/drawing/2014/main" id="{6420858B-DD14-28F8-C40A-9B866D855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93" y="1618376"/>
            <a:ext cx="2748950" cy="125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Bojan Tunguz ...">
            <a:extLst>
              <a:ext uri="{FF2B5EF4-FFF2-40B4-BE49-F238E27FC236}">
                <a16:creationId xmlns:a16="http://schemas.microsoft.com/office/drawing/2014/main" id="{8F276727-65E9-179C-779E-28F293D80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19" y="4678432"/>
            <a:ext cx="2436498" cy="130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joblibを使ってみよう - PythonOsaka">
            <a:extLst>
              <a:ext uri="{FF2B5EF4-FFF2-40B4-BE49-F238E27FC236}">
                <a16:creationId xmlns:a16="http://schemas.microsoft.com/office/drawing/2014/main" id="{0A940960-84F5-C745-D0C2-A85E94BA3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20" y="1618376"/>
            <a:ext cx="1556960" cy="143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Brand • Streamlit">
            <a:extLst>
              <a:ext uri="{FF2B5EF4-FFF2-40B4-BE49-F238E27FC236}">
                <a16:creationId xmlns:a16="http://schemas.microsoft.com/office/drawing/2014/main" id="{CEF75049-2125-675F-C71B-11BE9FAB2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696" y="2136428"/>
            <a:ext cx="2253212" cy="131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 descr="Gradio Logo PNG Vector (SVG) Free Download">
            <a:extLst>
              <a:ext uri="{FF2B5EF4-FFF2-40B4-BE49-F238E27FC236}">
                <a16:creationId xmlns:a16="http://schemas.microsoft.com/office/drawing/2014/main" id="{FFE2AA8B-8B96-1751-3993-9624A5157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17" y="3870309"/>
            <a:ext cx="1878340" cy="161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OpenRouter Organization Management ...">
            <a:extLst>
              <a:ext uri="{FF2B5EF4-FFF2-40B4-BE49-F238E27FC236}">
                <a16:creationId xmlns:a16="http://schemas.microsoft.com/office/drawing/2014/main" id="{1A2A6A94-AD45-807B-0D03-61EA1022A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591" y="3600380"/>
            <a:ext cx="2368817" cy="78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Mistral AI's new logo : r/logodesign">
            <a:extLst>
              <a:ext uri="{FF2B5EF4-FFF2-40B4-BE49-F238E27FC236}">
                <a16:creationId xmlns:a16="http://schemas.microsoft.com/office/drawing/2014/main" id="{0ECF25EA-76B9-F57F-DFD9-22CE1995D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596" y="5228751"/>
            <a:ext cx="2436498" cy="48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Coding sprint Scikit-learn">
            <a:extLst>
              <a:ext uri="{FF2B5EF4-FFF2-40B4-BE49-F238E27FC236}">
                <a16:creationId xmlns:a16="http://schemas.microsoft.com/office/drawing/2014/main" id="{01962A08-E59F-FC49-90B4-2F6AFE05E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93" y="3150618"/>
            <a:ext cx="2748950" cy="127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D71545-A3AC-2EF2-CA00-8AA17D339566}"/>
              </a:ext>
            </a:extLst>
          </p:cNvPr>
          <p:cNvSpPr txBox="1"/>
          <p:nvPr/>
        </p:nvSpPr>
        <p:spPr>
          <a:xfrm>
            <a:off x="2581344" y="647153"/>
            <a:ext cx="3611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ML &amp; Model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8BB75-A944-71F6-9F48-86786F9F6E8C}"/>
              </a:ext>
            </a:extLst>
          </p:cNvPr>
          <p:cNvSpPr txBox="1"/>
          <p:nvPr/>
        </p:nvSpPr>
        <p:spPr>
          <a:xfrm>
            <a:off x="8156878" y="787379"/>
            <a:ext cx="3279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Deployment &amp;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961244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Jalal</dc:creator>
  <cp:lastModifiedBy>Muhammad Jalal</cp:lastModifiedBy>
  <cp:revision>1</cp:revision>
  <dcterms:created xsi:type="dcterms:W3CDTF">2025-12-11T19:46:32Z</dcterms:created>
  <dcterms:modified xsi:type="dcterms:W3CDTF">2025-12-11T23:24:42Z</dcterms:modified>
</cp:coreProperties>
</file>